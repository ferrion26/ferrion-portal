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Deckblatt — Titel, Untertitel, Kunde und Datum austauschen. Dieses Layout für jeden Kundentermin als Einstieg verwenden.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3 bis 5 Punkte, mehr wirkt überladen. Termin-Karte rechts mit echten Daten befüllen oder löschen.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Kapiteltrenner — Nummer und Überschrift je Abschnitt anpassen. Gibt der Präsentation Rhythmus; vor jedem großen Themenwechsel einsetzen.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Standard-Inhaltsfolie — links maximal 5 Bullets, rechts die Kernaussage mit einer Beleg-Kennzahl. Wenn keine Kennzahl existiert: Karte löschen und Bullets breiter ziehen.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Leistungs-/Baustein-Folie — funktioniert für 2 bis 4 Karten; bei 4 Karten Breite auf 2,1 Zoll reduzieren. Icons können pro Thema getauscht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Kennzahlen-Folie — große Zahlen wirken nur mit Quelle. Den Einordnungssatz unten immer ausfüllen.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Zeitplan-Folie — Phasen, Dauern und Beschreibungen anpassen. Bei mehr als 5 Phasen besser zwei Folien daraus machen.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Vergleichsfolie — die empfohlene Option bekommt den Gold-Rahmen und das Badge. Verschiebt die Frage von 'ob' zu 'welche'.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Referenzfolie — echtes Kundenzitat mit Namen wirkt zehnmal stärker als anonym. Ohne Freigabe: 'Referenz auf Anfrage' und Branche nennen.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Abschlussfolie — konkreten nächsten Schritt nennen (Termin, Angebot, PoC). Kontaktdaten der Person eintragen, die wirklich erreichbar 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84632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FERRION · IT SYSTEMHAUS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stuff\ferrion\scripts\assets\ferrion-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286000" cy="5760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874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KUNDENPRÄSENTATION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48640" y="21488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{Titel der Präsentation}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48640" y="29992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{Untertitel oder Anlass}   ·   {Kunde}   ·   {Datum}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45262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TO ENDURE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223760" y="45262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ferrion.at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Worüber wir heute sprechen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4630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{Ausgangslage &amp; Ziele}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173736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{Kurzbeschreibung des Punkts}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210312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80160" y="208483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{Lösungsvorschlag}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2359152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{Kurzbeschreibung des Punkts}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2724912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80160" y="270662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{Vorgehen &amp; Zeitplan}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298094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{Kurzbeschreibung des Punkts}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3346704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80160" y="332841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{Investition}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602736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{Kurzbeschreibung des Punkts}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3968496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80160" y="39502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{Nächste Schritte}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422452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{Kurzbeschreibung des Punkts}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035040" y="1481328"/>
            <a:ext cx="2560320" cy="301752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171907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TERMIN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63640" y="2057400"/>
            <a:ext cx="2103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Datum</a:t>
            </a:r>
            <a:endParaRPr lang="en-US" sz="9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{TT.MM.JJJJ}</a:t>
            </a:r>
            <a:endParaRPr lang="en-US" sz="9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Dauer</a:t>
            </a:r>
            <a:endParaRPr lang="en-US" sz="9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{60 Minuten}</a:t>
            </a:r>
            <a:endParaRPr lang="en-US" sz="9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Ihre Ansprechpartner</a:t>
            </a:r>
            <a:endParaRPr lang="en-US" sz="9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{Name, Rolle}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3108960" y="19202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{Kapitelüberschrift}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108960" y="2606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{Ein Satz, der das Kapitel einordnet.}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{THEMA}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{Aussagekräftiger Slide-Titel}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{Erster Punkt — kurz und konkret formuliert}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{Zweiter Punkt mit dem wichtigsten Nutzenargument}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{Dritter Punkt — Zahlen schlagen Adjektive}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{Vierter Punkt, maximal fünf pro Folie}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577840" y="1417320"/>
            <a:ext cx="3017520" cy="315468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52160" y="1691640"/>
            <a:ext cx="566928" cy="566928"/>
          </a:xfrm>
          <a:prstGeom prst="ellipse">
            <a:avLst/>
          </a:prstGeom>
          <a:solidFill>
            <a:srgbClr val="C9A84C">
              <a:alpha val="18000"/>
            </a:srgbClr>
          </a:solidFill>
          <a:ln w="9525">
            <a:solidFill>
              <a:srgbClr val="C9A84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9561" y="18390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852160" y="23774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KERNAUSSAGE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852160" y="265176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{Die eine Botschaft, die hängen bleiben soll.}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852160" y="35204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{99,9 %}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852160" y="40416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{Beleg-Kennzahl zur Aussage}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LEISTUNGEN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{Drei Bausteine der Lösung}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560320" cy="301752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66928" cy="566928"/>
          </a:xfrm>
          <a:prstGeom prst="ellipse">
            <a:avLst/>
          </a:prstGeom>
          <a:solidFill>
            <a:srgbClr val="C9A84C">
              <a:alpha val="18000"/>
            </a:srgbClr>
          </a:solidFill>
          <a:ln w="9525">
            <a:solidFill>
              <a:srgbClr val="C9A84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641" y="1884761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5146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{Storage &amp; Infrastruktur}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77240" y="30632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{Was dieser Baustein leistet und welches Problem er löst — zwei bis drei Zeilen.}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91840" y="1463040"/>
            <a:ext cx="2560320" cy="301752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20440" y="1737360"/>
            <a:ext cx="566928" cy="566928"/>
          </a:xfrm>
          <a:prstGeom prst="ellipse">
            <a:avLst/>
          </a:prstGeom>
          <a:solidFill>
            <a:srgbClr val="C9A84C">
              <a:alpha val="18000"/>
            </a:srgbClr>
          </a:solidFill>
          <a:ln w="9525">
            <a:solidFill>
              <a:srgbClr val="C9A84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7841" y="1884761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20440" y="25146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{Backup &amp; Security}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520440" y="30632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{Was dieser Baustein leistet und welches Problem er löst — zwei bis drei Zeilen.}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35040" y="1463040"/>
            <a:ext cx="2560320" cy="301752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63640" y="1737360"/>
            <a:ext cx="566928" cy="566928"/>
          </a:xfrm>
          <a:prstGeom prst="ellipse">
            <a:avLst/>
          </a:prstGeom>
          <a:solidFill>
            <a:srgbClr val="C9A84C">
              <a:alpha val="18000"/>
            </a:srgbClr>
          </a:solidFill>
          <a:ln w="9525">
            <a:solidFill>
              <a:srgbClr val="C9A84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41" y="1884761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63640" y="25146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{Managed Services}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263640" y="30632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{Was dieser Baustein leistet und welches Problem er löst — zwei bis drei Zeilen.}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ZAHLEN, DIE ZÄHLEN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{Das Ergebnis in vier Kennzahlen}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938528" cy="173736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90195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{0 min}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94944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{ungeplante Downtime}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633472" y="1600200"/>
            <a:ext cx="1938528" cy="173736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79776" y="190195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{15,7×}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779776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{Performance-Gewinn}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18304" y="1600200"/>
            <a:ext cx="1938528" cy="173736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90195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{68 h}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64608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{Migrationsdauer}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03136" y="1600200"/>
            <a:ext cx="1938528" cy="173736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0" y="190195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{99,9%}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949440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{Verfügbarkeit}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3703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{Einordnender Satz: Woher stammen die Zahlen, welches Projekt, welcher Zeitraum — Glaubwürdigkeit schlägt Größe.}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VORGEHEN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{Projektphasen &amp; Zeitplan}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2697480"/>
            <a:ext cx="7315200" cy="0"/>
          </a:xfrm>
          <a:prstGeom prst="line">
            <a:avLst/>
          </a:prstGeom>
          <a:noFill/>
          <a:ln w="190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9659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{2 Wochen}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05840" y="2423160"/>
            <a:ext cx="548640" cy="548640"/>
          </a:xfrm>
          <a:prstGeom prst="ellipse">
            <a:avLst/>
          </a:prstGeom>
          <a:solidFill>
            <a:srgbClr val="C9A84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11480" y="32004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{Analyse}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351129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{Assessment &amp; Konzept}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61488" y="19659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{4 Wochen}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81528" y="2423160"/>
            <a:ext cx="548640" cy="548640"/>
          </a:xfrm>
          <a:prstGeom prst="ellipse">
            <a:avLst/>
          </a:prstGeom>
          <a:solidFill>
            <a:srgbClr val="C9A84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81528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487168" y="32004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{Umsetzung}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487168" y="351129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{Lieferung &amp; Installation}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37176" y="19659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{1 Woche}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157216" y="2423160"/>
            <a:ext cx="548640" cy="548640"/>
          </a:xfrm>
          <a:prstGeom prst="ellipse">
            <a:avLst/>
          </a:prstGeom>
          <a:solidFill>
            <a:srgbClr val="C9A84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57216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62856" y="32004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{Migration}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62856" y="351129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{Umzug ohne Downtime}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912864" y="19659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{laufend}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232904" y="2423160"/>
            <a:ext cx="548640" cy="548640"/>
          </a:xfrm>
          <a:prstGeom prst="ellipse">
            <a:avLst/>
          </a:prstGeom>
          <a:solidFill>
            <a:srgbClr val="C9A84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32904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638544" y="32004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{Betrieb}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38544" y="351129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{Managed Services &amp; SLA}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OPTIONEN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{Zwei Wege im Vergleich}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931920" cy="297180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83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{Option A — Basis}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12140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{Für wen diese Option passt}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51460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{Merkmal oder Leistung}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{Merkmal oder Leistung}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{Investition: € …}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508760"/>
            <a:ext cx="3931920" cy="2971800"/>
          </a:xfrm>
          <a:prstGeom prst="rect">
            <a:avLst/>
          </a:prstGeom>
          <a:solidFill>
            <a:srgbClr val="F5F6F8"/>
          </a:solidFill>
          <a:ln w="15875">
            <a:solidFill>
              <a:srgbClr val="C9A8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1783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{Option B — Empfohlen}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37760" y="212140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{Für wen diese Option passt}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937760" y="251460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{Merkmal oder Leistung}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{Merkmal oder Leistung}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{Mehrwert gegenüber A}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{Investition: € …}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178040" y="1353312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C9A84C"/>
          </a:solidFill>
          <a:ln/>
        </p:spPr>
      </p:sp>
      <p:sp>
        <p:nvSpPr>
          <p:cNvPr id="13" name="Text 11"/>
          <p:cNvSpPr/>
          <p:nvPr/>
        </p:nvSpPr>
        <p:spPr>
          <a:xfrm>
            <a:off x="7178040" y="135331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EMPFOHLEN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{Das sagen unsere Kunden}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10312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{„Zitat des Kunden — ein bis zwei Sätze, konkret und glaubwürdig. Was hat sich durch das Projekt verändert?“}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548640" y="3703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{Name der Person}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{Rolle, Unternehmen}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852160" y="1554480"/>
            <a:ext cx="2743200" cy="132588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80760" y="17556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{500 TB}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6080760" y="230428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{migriert, ohne Downtime}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852160" y="3063240"/>
            <a:ext cx="2743200" cy="132588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80760" y="326440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{6 Wochen}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6080760" y="38130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{von Kickoff bis Go-Live}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Vielen Dank.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{Wir freuen uns auf die Zusammenarbeit — Ihr nächster Schritt: …}</a:t>
            </a:r>
            <a:endParaRPr lang="en-US" sz="1400" dirty="0"/>
          </a:p>
        </p:txBody>
      </p:sp>
      <p:pic>
        <p:nvPicPr>
          <p:cNvPr id="4" name="Image 0" descr="C:\stuff\ferrion\scripts\assets\ferrion-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60520"/>
            <a:ext cx="1920240" cy="48463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577840" y="1051560"/>
            <a:ext cx="3017520" cy="301752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852160" y="132588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KONTAKT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852160" y="16276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{Name der Person}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85216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{Rolle}</a:t>
            </a:r>
            <a:endParaRPr lang="en-US" sz="10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423160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172200" y="23957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{+43 …}</a:t>
            </a:r>
            <a:endParaRPr lang="en-US" sz="11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2880360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172200" y="28529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{vorname.nachname@ferrion.at}</a:t>
            </a:r>
            <a:endParaRPr lang="en-US" sz="11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3337560"/>
            <a:ext cx="201168" cy="20116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172200" y="33101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Wien, Österreich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5852160" y="367588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TO ENDURE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Ferrion Präsentationsmaster (hell)</dc:title>
  <dc:subject>PptxGenJS Presentation</dc:subject>
  <dc:creator>Ferrion IT Systemhaus</dc:creator>
  <cp:lastModifiedBy>Ferrion IT Systemhaus</cp:lastModifiedBy>
  <cp:revision>1</cp:revision>
  <dcterms:created xsi:type="dcterms:W3CDTF">2026-07-06T15:57:59Z</dcterms:created>
  <dcterms:modified xsi:type="dcterms:W3CDTF">2026-07-06T15:57:59Z</dcterms:modified>
</cp:coreProperties>
</file>